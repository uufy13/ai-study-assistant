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示例演示（虚构内容）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要点一：虚构示例要点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示例表格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